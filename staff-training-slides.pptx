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6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6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61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47B35-A78D-F8CC-3431-7F43B56CB6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91E8FA-AC69-F1F4-846C-0600930A0A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98AFF-C4AB-C941-2A1D-14B099267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A756D-8D17-4B7D-9888-3327D4958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987E0-DF15-4107-D83A-C92D45C35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988033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542CD-1C3A-CBF5-FAE4-1855B10ED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ABFB5-DC25-6C45-1BC9-311E71BF96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0613E8-4103-73A6-E7BD-725689A2D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7981C5-26AE-96F9-3EAC-775943AC0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03BEAC-0396-E7C0-AA44-B0B1C531E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452197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81EE9-E1C8-B2CA-1147-D52E4D393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D76E59-39E3-FE8D-F0C3-D572E20665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82B1B4-7E40-8C7C-1AFC-7F0221491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5B3F5A-E519-CEB3-EAA1-2B1D2926E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ADF57-A345-6FE6-FA67-3170CA48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872808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7E855-851F-FF12-80BE-05D14BAA1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1994D-B249-31D9-4939-61B19EBA96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0CE40A-6F56-2D08-F608-FDAC0CE8FC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1E470-D1C8-64EA-799B-7A746BE16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F670D7-E70C-089B-F279-BF15CC17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79C884-7E49-AD5E-552A-2E3D63986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71772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946A1-C198-687C-DD17-814F2062B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D21398-C41A-874A-48CC-75DEA0E60E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A19DE1-FE93-50D7-570A-742ECAA4BC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A52004-5D33-B209-8559-9999988DA4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E90CFE-D523-C7CC-9B6A-4D6D49CBD3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3B82A7-B840-8FD1-3166-A65774A1D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7ECB2-4A81-A32C-FB36-8C3213389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6986DA-DCC5-A246-14DB-1D5AA5B08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661901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5ED4A2-B064-D3B9-FFA0-1F63B50E1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FA0DFB-672B-DD96-2A3B-B5117A6A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0D594B-13DB-6D09-E4AE-4921046F1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242E50-27A6-165F-6203-61C17138BA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012077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69A601-5510-1044-3CCC-A0DD63F7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C4E881-CFDC-C33E-3C9B-1C771284C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4FD04-1721-AAFA-6D3E-E41E3700D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71619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22AFA-4D04-C681-EDE8-D44A430AD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9E544-DF47-362F-EB8E-988D57BE4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8A5EEE-3A18-7DE7-AB98-C3F1BF1043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519F9-605C-5BD3-1B31-EC5FB683E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2DC80-61F8-83A5-9F93-9C6DF2EFE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66C16-7A8F-CB6F-575B-85D9632B0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445249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ED2AD-43F0-AD2E-8AD7-5AC98807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17426A-0C03-AB8A-6FAE-7F1CB2D848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EBADC7-FD85-6B2B-0EAE-8FC7938265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725D65-CB1A-9F08-018E-39E428F1B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968CA-20A9-C917-C3BC-3C97C47C5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248D56-BFB6-4074-10BE-25B4891BA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7051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E14ED-6C2C-5E32-175C-6AC52F71E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7660DF-8590-48F2-24C2-ED7DD86DD7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FB4868-3362-415A-A037-32A2811D4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68207E-B80A-E8E6-C8DA-BB687DFD6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F3A426-F633-58AD-74D6-7DDE3915C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671359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303161-EBE7-8B38-52A9-6460C05A1F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838C48-49F0-F0F4-5918-EFC988B50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39244F-BCAE-C2CC-EEA9-DEC069B3B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50346-4023-3A27-7194-8168F6B76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E2B5F-1C43-32AB-F4FE-2AA058BF5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467930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889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70E1F2-90F0-C7F9-B04F-E2F2D8FFB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EF29D4-A301-48D8-2780-AC3685E77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6B1E1-2E90-7264-4E62-49542540B0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12/30/2025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07CDFA-5615-D761-C9CE-007770A6A9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50DFA4-A9B0-EEC0-421D-11A7BEB978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318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319</TotalTime>
  <Words>33</Words>
  <Application>Microsoft Office PowerPoint</Application>
  <PresentationFormat>Widescreen</PresentationFormat>
  <Paragraphs>33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Mining ERP</dc:title>
  <dc:subject>PptxGenJS Presentation</dc:subject>
  <dc:creator>Created by Marp</dc:creator>
  <cp:lastModifiedBy>Pieter Plange</cp:lastModifiedBy>
  <cp:revision>2</cp:revision>
  <dcterms:created xsi:type="dcterms:W3CDTF">2025-12-30T17:50:54Z</dcterms:created>
  <dcterms:modified xsi:type="dcterms:W3CDTF">2025-12-30T23:10:11Z</dcterms:modified>
</cp:coreProperties>
</file>